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5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7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3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92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8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0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2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5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4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1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9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C4134-FE3C-4494-B0D3-233022933866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134A9-E4A1-448A-B676-F92C968A6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75314" y="1267281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E-commerce Delivery Performance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261361" y="4248743"/>
            <a:ext cx="9144000" cy="1655762"/>
          </a:xfrm>
        </p:spPr>
        <p:txBody>
          <a:bodyPr/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Data-Driven Insights &amp; Business Recommendations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63" y="1318306"/>
            <a:ext cx="3810000" cy="38100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5" name="TextBox 14"/>
          <p:cNvSpPr txBox="1"/>
          <p:nvPr/>
        </p:nvSpPr>
        <p:spPr>
          <a:xfrm flipH="1">
            <a:off x="1172559" y="5545547"/>
            <a:ext cx="5114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Presented by: Laraib </a:t>
            </a:r>
            <a:r>
              <a:rPr lang="en-US" b="1" i="1" dirty="0" smtClean="0">
                <a:solidFill>
                  <a:schemeClr val="bg1"/>
                </a:solidFill>
              </a:rPr>
              <a:t>Fatima</a:t>
            </a:r>
            <a:endParaRPr lang="en-US" b="1" i="1" dirty="0">
              <a:solidFill>
                <a:schemeClr val="bg1"/>
              </a:solidFill>
            </a:endParaRPr>
          </a:p>
          <a:p>
            <a:r>
              <a:rPr lang="en-US" b="1" i="1" dirty="0">
                <a:solidFill>
                  <a:schemeClr val="bg1"/>
                </a:solidFill>
              </a:rPr>
              <a:t>October 2026</a:t>
            </a:r>
          </a:p>
          <a:p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0" y="901120"/>
            <a:ext cx="12192000" cy="2574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flipH="1">
            <a:off x="176348" y="299213"/>
            <a:ext cx="230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AGENTICX AI LABS</a:t>
            </a:r>
          </a:p>
        </p:txBody>
      </p:sp>
      <p:sp>
        <p:nvSpPr>
          <p:cNvPr id="28" name="TextBox 27"/>
          <p:cNvSpPr txBox="1"/>
          <p:nvPr/>
        </p:nvSpPr>
        <p:spPr>
          <a:xfrm flipH="1">
            <a:off x="10748553" y="299213"/>
            <a:ext cx="1443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04</a:t>
            </a:r>
          </a:p>
        </p:txBody>
      </p:sp>
    </p:spTree>
    <p:extLst>
      <p:ext uri="{BB962C8B-B14F-4D97-AF65-F5344CB8AC3E}">
        <p14:creationId xmlns:p14="http://schemas.microsoft.com/office/powerpoint/2010/main" val="8553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60" y="67641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Overview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7494" y="2325214"/>
            <a:ext cx="10515600" cy="4351338"/>
          </a:xfrm>
        </p:spPr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1670413" y="1914723"/>
            <a:ext cx="4125686" cy="2126842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60669" y="1914723"/>
            <a:ext cx="4127862" cy="2126842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652997" y="4256121"/>
            <a:ext cx="4219302" cy="2289992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6486796" y="4168961"/>
            <a:ext cx="4159431" cy="228999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1013460" y="993025"/>
            <a:ext cx="0" cy="692331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0" y="676410"/>
            <a:ext cx="12192000" cy="0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flipH="1">
            <a:off x="43542" y="242875"/>
            <a:ext cx="193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AGENTIX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05309" y="242875"/>
            <a:ext cx="124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2108288" y="2098307"/>
            <a:ext cx="250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</a:rPr>
              <a:t>Project Purpose</a:t>
            </a:r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2102303" y="2610381"/>
            <a:ext cx="3206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This project aims to </a:t>
            </a:r>
            <a:r>
              <a:rPr lang="en-US" i="1" dirty="0" err="1">
                <a:solidFill>
                  <a:schemeClr val="accent4">
                    <a:lumMod val="75000"/>
                  </a:schemeClr>
                </a:solidFill>
              </a:rPr>
              <a:t>analyse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 e-commerce delivery performance and identify opportunities to improve the customer </a:t>
            </a:r>
            <a:r>
              <a:rPr lang="en-US" i="1" dirty="0" smtClean="0">
                <a:solidFill>
                  <a:schemeClr val="accent4">
                    <a:lumMod val="75000"/>
                  </a:schemeClr>
                </a:solidFill>
              </a:rPr>
              <a:t>experience</a:t>
            </a:r>
            <a:r>
              <a:rPr lang="en-US" i="1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en-US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94325" y="2042892"/>
            <a:ext cx="25200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Business Problem</a:t>
            </a:r>
          </a:p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 flipH="1">
            <a:off x="6894325" y="2576952"/>
            <a:ext cx="2905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Delivery delays and inconsistent service impact customer satisfaction and increase operational overheads</a:t>
            </a:r>
            <a:r>
              <a:rPr lang="en-US" dirty="0"/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 flipH="1">
            <a:off x="2108288" y="4285777"/>
            <a:ext cx="23447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Project Objective</a:t>
            </a:r>
          </a:p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102303" y="4845098"/>
            <a:ext cx="3092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Analyse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delivery performance data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 flipH="1">
            <a:off x="2065419" y="5385588"/>
            <a:ext cx="3020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Identify potential delivery issues.</a:t>
            </a:r>
          </a:p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2045424" y="5854276"/>
            <a:ext cx="332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Recommend actionable improvements</a:t>
            </a:r>
          </a:p>
        </p:txBody>
      </p:sp>
      <p:sp>
        <p:nvSpPr>
          <p:cNvPr id="36" name="TextBox 35"/>
          <p:cNvSpPr txBox="1"/>
          <p:nvPr/>
        </p:nvSpPr>
        <p:spPr>
          <a:xfrm flipH="1">
            <a:off x="6894325" y="4379204"/>
            <a:ext cx="28776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Expected Outcome</a:t>
            </a:r>
          </a:p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6894325" y="4873272"/>
            <a:ext cx="2954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 clear business optimization strategy supported by data insights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86989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292" y="2143113"/>
            <a:ext cx="8952914" cy="4351338"/>
          </a:xfrm>
        </p:spPr>
        <p:txBody>
          <a:bodyPr/>
          <a:lstStyle/>
          <a:p>
            <a:r>
              <a:rPr lang="en-US" dirty="0"/>
              <a:t>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297656"/>
            <a:ext cx="10515600" cy="14605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52953" y="2165295"/>
            <a:ext cx="9017391" cy="94253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74055" y="3277773"/>
            <a:ext cx="8975188" cy="872196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31852" y="4318782"/>
            <a:ext cx="9017391" cy="9566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24815" y="5468767"/>
            <a:ext cx="9017391" cy="89068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flipH="1">
            <a:off x="3624186" y="352390"/>
            <a:ext cx="5203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 flipH="1">
            <a:off x="4179861" y="1127981"/>
            <a:ext cx="409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Structured Output Extraction Pipeline</a:t>
            </a:r>
          </a:p>
        </p:txBody>
      </p:sp>
      <p:sp>
        <p:nvSpPr>
          <p:cNvPr id="11" name="TextBox 10"/>
          <p:cNvSpPr txBox="1"/>
          <p:nvPr/>
        </p:nvSpPr>
        <p:spPr>
          <a:xfrm flipH="1">
            <a:off x="4446267" y="2209673"/>
            <a:ext cx="320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1. INPUT DOCUMENTS</a:t>
            </a:r>
          </a:p>
        </p:txBody>
      </p:sp>
      <p:sp>
        <p:nvSpPr>
          <p:cNvPr id="12" name="TextBox 11"/>
          <p:cNvSpPr txBox="1"/>
          <p:nvPr/>
        </p:nvSpPr>
        <p:spPr>
          <a:xfrm flipH="1">
            <a:off x="4446267" y="2691996"/>
            <a:ext cx="373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Invoices, Résumés and Job Posts</a:t>
            </a:r>
          </a:p>
        </p:txBody>
      </p:sp>
      <p:sp>
        <p:nvSpPr>
          <p:cNvPr id="13" name="TextBox 12"/>
          <p:cNvSpPr txBox="1"/>
          <p:nvPr/>
        </p:nvSpPr>
        <p:spPr>
          <a:xfrm flipH="1">
            <a:off x="4446267" y="3357196"/>
            <a:ext cx="337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2. DATA EXTRACTION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3959468" y="3829873"/>
            <a:ext cx="6805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Extract names, dates, amounts and emails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4446267" y="4358098"/>
            <a:ext cx="221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3. VALIDATION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3624186" y="4803910"/>
            <a:ext cx="631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Check schema, field types and required values</a:t>
            </a:r>
          </a:p>
        </p:txBody>
      </p:sp>
      <p:sp>
        <p:nvSpPr>
          <p:cNvPr id="17" name="TextBox 16"/>
          <p:cNvSpPr txBox="1"/>
          <p:nvPr/>
        </p:nvSpPr>
        <p:spPr>
          <a:xfrm flipH="1">
            <a:off x="4446267" y="5529680"/>
            <a:ext cx="2528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4. FINAL OUTPUT</a:t>
            </a:r>
          </a:p>
        </p:txBody>
      </p:sp>
      <p:sp>
        <p:nvSpPr>
          <p:cNvPr id="18" name="TextBox 17"/>
          <p:cNvSpPr txBox="1"/>
          <p:nvPr/>
        </p:nvSpPr>
        <p:spPr>
          <a:xfrm flipH="1">
            <a:off x="4037427" y="5975065"/>
            <a:ext cx="733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Valid JSON or retry/manual review</a:t>
            </a:r>
          </a:p>
        </p:txBody>
      </p:sp>
    </p:spTree>
    <p:extLst>
      <p:ext uri="{BB962C8B-B14F-4D97-AF65-F5344CB8AC3E}">
        <p14:creationId xmlns:p14="http://schemas.microsoft.com/office/powerpoint/2010/main" val="121495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402" y="103408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DATA SCHEMA &amp; VALIDATION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202445"/>
              </p:ext>
            </p:extLst>
          </p:nvPr>
        </p:nvGraphicFramePr>
        <p:xfrm>
          <a:off x="2299732" y="2987628"/>
          <a:ext cx="7469946" cy="30277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89982">
                  <a:extLst>
                    <a:ext uri="{9D8B030D-6E8A-4147-A177-3AD203B41FA5}">
                      <a16:colId xmlns:a16="http://schemas.microsoft.com/office/drawing/2014/main" val="2094361893"/>
                    </a:ext>
                  </a:extLst>
                </a:gridCol>
                <a:gridCol w="2489982">
                  <a:extLst>
                    <a:ext uri="{9D8B030D-6E8A-4147-A177-3AD203B41FA5}">
                      <a16:colId xmlns:a16="http://schemas.microsoft.com/office/drawing/2014/main" val="3059693563"/>
                    </a:ext>
                  </a:extLst>
                </a:gridCol>
                <a:gridCol w="2489982">
                  <a:extLst>
                    <a:ext uri="{9D8B030D-6E8A-4147-A177-3AD203B41FA5}">
                      <a16:colId xmlns:a16="http://schemas.microsoft.com/office/drawing/2014/main" val="2231975255"/>
                    </a:ext>
                  </a:extLst>
                </a:gridCol>
              </a:tblGrid>
              <a:tr h="60554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164271"/>
                  </a:ext>
                </a:extLst>
              </a:tr>
              <a:tr h="605546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Text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27696"/>
                  </a:ext>
                </a:extLst>
              </a:tr>
              <a:tr h="605546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 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39559"/>
                  </a:ext>
                </a:extLst>
              </a:tr>
              <a:tr h="605546">
                <a:tc>
                  <a:txBody>
                    <a:bodyPr/>
                    <a:lstStyle/>
                    <a:p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Numeric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30441"/>
                  </a:ext>
                </a:extLst>
              </a:tr>
              <a:tr h="605546">
                <a:tc>
                  <a:txBody>
                    <a:bodyPr/>
                    <a:lstStyle/>
                    <a:p>
                      <a:r>
                        <a:rPr lang="en-US" dirty="0" smtClean="0"/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 email format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65288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 flipH="1">
            <a:off x="3546565" y="1911675"/>
            <a:ext cx="5623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Ensuring Accurate and Reliable Structured Data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023"/>
            <a:ext cx="12192000" cy="13062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flipH="1">
            <a:off x="150222" y="251880"/>
            <a:ext cx="230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10735156" y="325957"/>
            <a:ext cx="1456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</a:t>
            </a:r>
            <a:r>
              <a:rPr lang="en-US" b="1" dirty="0" smtClean="0"/>
              <a:t>T</a:t>
            </a:r>
            <a:r>
              <a:rPr lang="en-US" dirty="0" smtClean="0"/>
              <a:t>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64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153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DATA SCHEMA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64337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b="1" i="1" u="sng" dirty="0">
                <a:solidFill>
                  <a:schemeClr val="accent4">
                    <a:lumMod val="50000"/>
                  </a:schemeClr>
                </a:solidFill>
              </a:rPr>
              <a:t>2. Validation </a:t>
            </a:r>
            <a:r>
              <a:rPr lang="en-US" sz="3600" b="1" i="1" u="sng" dirty="0" smtClean="0">
                <a:solidFill>
                  <a:schemeClr val="accent4">
                    <a:lumMod val="50000"/>
                  </a:schemeClr>
                </a:solidFill>
              </a:rPr>
              <a:t>Rule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Type Check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Confirm each value matches its expected data type.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Required Fields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Check whether mandatory fields are present.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Error Handling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Retry invalid output or send it for manual review</a:t>
            </a:r>
            <a:r>
              <a:rPr lang="en-US" sz="3600" dirty="0"/>
              <a:t>.</a:t>
            </a:r>
          </a:p>
          <a:p>
            <a:endParaRPr lang="en-US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515982" y="206393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768635" y="2063931"/>
            <a:ext cx="524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Ensuring Accurate and Reliable Structured Data</a:t>
            </a:r>
          </a:p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0" y="945307"/>
            <a:ext cx="12192000" cy="26126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flipH="1">
            <a:off x="67491" y="399626"/>
            <a:ext cx="2018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34688" y="399626"/>
            <a:ext cx="1238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04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055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ERROR HANDLING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5743" y="2801280"/>
            <a:ext cx="6620691" cy="4351338"/>
          </a:xfrm>
        </p:spPr>
        <p:txBody>
          <a:bodyPr/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3833947" y="1491307"/>
            <a:ext cx="50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Reliable Validation with a Clear Failure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2644" y="1957680"/>
            <a:ext cx="9104812" cy="114953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92644" y="3268846"/>
            <a:ext cx="9117874" cy="115828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585501" y="4665118"/>
            <a:ext cx="4766314" cy="1134739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457071" y="4639130"/>
            <a:ext cx="4353447" cy="1160727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10396"/>
            <a:ext cx="12192000" cy="13063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flipH="1">
            <a:off x="0" y="340173"/>
            <a:ext cx="182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10703922" y="340173"/>
            <a:ext cx="129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4441371" y="2062512"/>
            <a:ext cx="3442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1. Extracted Output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4013562" y="2645999"/>
            <a:ext cx="524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Receive structured data from the extraction step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4278629" y="3272310"/>
            <a:ext cx="363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2. Validate Output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4116430" y="3915988"/>
            <a:ext cx="4669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Check schema, field types and required values</a:t>
            </a:r>
          </a:p>
        </p:txBody>
      </p:sp>
      <p:sp>
        <p:nvSpPr>
          <p:cNvPr id="17" name="TextBox 16"/>
          <p:cNvSpPr txBox="1"/>
          <p:nvPr/>
        </p:nvSpPr>
        <p:spPr>
          <a:xfrm flipH="1">
            <a:off x="3323679" y="4715339"/>
            <a:ext cx="128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VALID</a:t>
            </a:r>
          </a:p>
        </p:txBody>
      </p:sp>
      <p:sp>
        <p:nvSpPr>
          <p:cNvPr id="18" name="TextBox 17"/>
          <p:cNvSpPr txBox="1"/>
          <p:nvPr/>
        </p:nvSpPr>
        <p:spPr>
          <a:xfrm flipH="1">
            <a:off x="2587260" y="5288780"/>
            <a:ext cx="2762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Accept and save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0428" y="4728655"/>
            <a:ext cx="1606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INVALID</a:t>
            </a:r>
          </a:p>
        </p:txBody>
      </p:sp>
      <p:sp>
        <p:nvSpPr>
          <p:cNvPr id="20" name="TextBox 19"/>
          <p:cNvSpPr txBox="1"/>
          <p:nvPr/>
        </p:nvSpPr>
        <p:spPr>
          <a:xfrm flipH="1">
            <a:off x="7463243" y="5315590"/>
            <a:ext cx="276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Record validation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85501" y="6014885"/>
            <a:ext cx="9252021" cy="8229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887266" y="6023409"/>
            <a:ext cx="3497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3. Retry or Manual Review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4121957" y="6399720"/>
            <a:ext cx="489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Retry failed extraction or route for human review</a:t>
            </a:r>
          </a:p>
        </p:txBody>
      </p:sp>
    </p:spTree>
    <p:extLst>
      <p:ext uri="{BB962C8B-B14F-4D97-AF65-F5344CB8AC3E}">
        <p14:creationId xmlns:p14="http://schemas.microsoft.com/office/powerpoint/2010/main" val="358611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47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DATASET &amp; TEST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0729" y="2884075"/>
            <a:ext cx="6111240" cy="2278768"/>
          </a:xfrm>
        </p:spPr>
        <p:txBody>
          <a:bodyPr/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1724464" y="1640959"/>
            <a:ext cx="845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Testing Extraction Across Different Document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7516" y="2165036"/>
            <a:ext cx="4746675" cy="1438079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541477" y="2150968"/>
            <a:ext cx="4346916" cy="143807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527516" y="3696628"/>
            <a:ext cx="4746675" cy="126609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541477" y="3696629"/>
            <a:ext cx="4346916" cy="126609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258472" y="5148775"/>
            <a:ext cx="10031437" cy="1406231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2789" y="844123"/>
            <a:ext cx="12149211" cy="11315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flipH="1">
            <a:off x="42789" y="359385"/>
            <a:ext cx="182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10891910" y="367078"/>
            <a:ext cx="130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2938974" y="2252543"/>
            <a:ext cx="1923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Invoices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2284241" y="2936999"/>
            <a:ext cx="3382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Names, dates and amounts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7764779" y="2225134"/>
            <a:ext cx="1914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Résumés</a:t>
            </a:r>
          </a:p>
        </p:txBody>
      </p:sp>
      <p:sp>
        <p:nvSpPr>
          <p:cNvPr id="17" name="TextBox 16"/>
          <p:cNvSpPr txBox="1"/>
          <p:nvPr/>
        </p:nvSpPr>
        <p:spPr>
          <a:xfrm flipH="1">
            <a:off x="7183021" y="2936999"/>
            <a:ext cx="3077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Names, emails and skills</a:t>
            </a:r>
          </a:p>
        </p:txBody>
      </p:sp>
      <p:sp>
        <p:nvSpPr>
          <p:cNvPr id="18" name="TextBox 17"/>
          <p:cNvSpPr txBox="1"/>
          <p:nvPr/>
        </p:nvSpPr>
        <p:spPr>
          <a:xfrm flipH="1">
            <a:off x="2904831" y="3787508"/>
            <a:ext cx="1992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Job Posts</a:t>
            </a:r>
          </a:p>
        </p:txBody>
      </p:sp>
      <p:sp>
        <p:nvSpPr>
          <p:cNvPr id="19" name="TextBox 18"/>
          <p:cNvSpPr txBox="1"/>
          <p:nvPr/>
        </p:nvSpPr>
        <p:spPr>
          <a:xfrm flipH="1">
            <a:off x="2488222" y="4372283"/>
            <a:ext cx="3246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Job titles and requirements</a:t>
            </a:r>
          </a:p>
        </p:txBody>
      </p:sp>
      <p:sp>
        <p:nvSpPr>
          <p:cNvPr id="20" name="TextBox 19"/>
          <p:cNvSpPr txBox="1"/>
          <p:nvPr/>
        </p:nvSpPr>
        <p:spPr>
          <a:xfrm flipH="1">
            <a:off x="7048352" y="3744899"/>
            <a:ext cx="3935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No</a:t>
            </a:r>
            <a:r>
              <a:rPr lang="en-US" dirty="0"/>
              <a:t>-</a:t>
            </a:r>
            <a:r>
              <a:rPr lang="en-US" sz="3200" b="1" dirty="0">
                <a:solidFill>
                  <a:schemeClr val="bg1"/>
                </a:solidFill>
              </a:rPr>
              <a:t>Field Documents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7086600" y="4331459"/>
            <a:ext cx="3944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Documents with no target fields</a:t>
            </a:r>
          </a:p>
        </p:txBody>
      </p:sp>
      <p:sp>
        <p:nvSpPr>
          <p:cNvPr id="22" name="TextBox 21"/>
          <p:cNvSpPr txBox="1"/>
          <p:nvPr/>
        </p:nvSpPr>
        <p:spPr>
          <a:xfrm flipH="1">
            <a:off x="4539594" y="5193073"/>
            <a:ext cx="4003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50+ TEST SAMPLES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3667541" y="5895950"/>
            <a:ext cx="610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Minimum evaluation target specified in the project brief</a:t>
            </a:r>
          </a:p>
        </p:txBody>
      </p:sp>
    </p:spTree>
    <p:extLst>
      <p:ext uri="{BB962C8B-B14F-4D97-AF65-F5344CB8AC3E}">
        <p14:creationId xmlns:p14="http://schemas.microsoft.com/office/powerpoint/2010/main" val="111572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02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EXTRACTION ACCURACY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1" y="23481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Evaluation Metrics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Field-level Accuracy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Correctly extracted fields compared with expected values.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Schema Validity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Percentage of outputs that pass schema validation.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Empty-Field Handling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Correct handling of documents with no target fields.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3346017" y="1593952"/>
            <a:ext cx="549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Measuring the Reliability of Structured Data Extraction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59655"/>
            <a:ext cx="12192000" cy="28135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flipH="1">
            <a:off x="0" y="230924"/>
            <a:ext cx="206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 flipH="1">
            <a:off x="10911839" y="230924"/>
            <a:ext cx="1280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32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5480" y="675250"/>
            <a:ext cx="10486292" cy="143747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EXTRACTION ACCURACY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944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i="1" u="sng" dirty="0">
                <a:solidFill>
                  <a:schemeClr val="accent4">
                    <a:lumMod val="50000"/>
                  </a:schemeClr>
                </a:solidFill>
              </a:rPr>
              <a:t>Accuracy </a:t>
            </a:r>
            <a:r>
              <a:rPr lang="en-US" sz="4000" b="1" i="1" u="sng" dirty="0" smtClean="0">
                <a:solidFill>
                  <a:schemeClr val="accent4">
                    <a:lumMod val="50000"/>
                  </a:schemeClr>
                </a:solidFill>
              </a:rPr>
              <a:t>Formula</a:t>
            </a:r>
          </a:p>
          <a:p>
            <a:pPr marL="0" indent="0">
              <a:buNone/>
            </a:pPr>
            <a:endParaRPr lang="en-US" sz="3200" b="1" dirty="0" smtClean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</a:rPr>
              <a:t>                            Accuracy=Correct Field/Total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Expected </a:t>
            </a: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</a:rPr>
              <a:t>Field×100</a:t>
            </a:r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sz="2400" b="1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Results Status</a:t>
            </a: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To be measured after testing 50+ samples.</a:t>
            </a: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Actual accuracy and validation results will be added after evaluation</a:t>
            </a:r>
            <a:r>
              <a:rPr lang="en-US" sz="2400" dirty="0"/>
              <a:t>.</a:t>
            </a:r>
          </a:p>
          <a:p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4721" y="1743388"/>
            <a:ext cx="593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Measuring the Reliability of Structured Data Extraction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829994"/>
            <a:ext cx="12192000" cy="0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flipH="1">
            <a:off x="116058" y="319986"/>
            <a:ext cx="243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 flipH="1">
            <a:off x="10774679" y="319986"/>
            <a:ext cx="123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009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52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CONCLUSION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1896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Project Goals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Convert unstructured text into structured data.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Validate outputs against a typed schema.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Retry invalid outputs or route them for review.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Evaluate extraction accuracy on 50+ samples</a:t>
            </a:r>
            <a:r>
              <a:rPr lang="en-US" sz="1800" dirty="0"/>
              <a:t>.</a:t>
            </a:r>
          </a:p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Future Improvements</a:t>
            </a:r>
          </a:p>
          <a:p>
            <a:r>
              <a:rPr lang="en-US" sz="18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Improve extraction accuracy.</a:t>
            </a:r>
          </a:p>
          <a:p>
            <a:r>
              <a:rPr lang="en-US" sz="18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Support additional document formats.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accent4">
                    <a:lumMod val="75000"/>
                  </a:schemeClr>
                </a:solidFill>
              </a:rPr>
              <a:t>Strengthen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error handling and validation.</a:t>
            </a:r>
          </a:p>
          <a:p>
            <a:r>
              <a:rPr lang="en-US" sz="18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Expand the test dataset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15291"/>
            <a:ext cx="12192000" cy="0"/>
          </a:xfrm>
          <a:prstGeom prst="line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flipH="1">
            <a:off x="130126" y="296954"/>
            <a:ext cx="192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AGENTIC AI LAB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0891911" y="296954"/>
            <a:ext cx="140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</a:rPr>
              <a:t>PROJECT 4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4775981" y="5584874"/>
            <a:ext cx="628825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chemeClr val="accent4">
                    <a:lumMod val="50000"/>
                  </a:schemeClr>
                </a:solidFill>
              </a:rPr>
              <a:t>THANK </a:t>
            </a:r>
            <a:r>
              <a:rPr lang="en-US" sz="2800" b="1" i="1" u="sng" dirty="0" smtClean="0">
                <a:solidFill>
                  <a:schemeClr val="accent4">
                    <a:lumMod val="50000"/>
                  </a:schemeClr>
                </a:solidFill>
              </a:rPr>
              <a:t>YOU</a:t>
            </a:r>
            <a:endParaRPr lang="en-US" sz="2800" b="1" i="1" u="sng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 flipH="1">
            <a:off x="3886199" y="6200427"/>
            <a:ext cx="4033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Structured Output Extraction Pipeline</a:t>
            </a:r>
          </a:p>
        </p:txBody>
      </p:sp>
    </p:spTree>
    <p:extLst>
      <p:ext uri="{BB962C8B-B14F-4D97-AF65-F5344CB8AC3E}">
        <p14:creationId xmlns:p14="http://schemas.microsoft.com/office/powerpoint/2010/main" val="164982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</TotalTime>
  <Words>512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Office Theme</vt:lpstr>
      <vt:lpstr>E-commerce Delivery Performance</vt:lpstr>
      <vt:lpstr>Project Overview</vt:lpstr>
      <vt:lpstr>PowerPoint Presentation</vt:lpstr>
      <vt:lpstr>DATA SCHEMA &amp; VALIDATION</vt:lpstr>
      <vt:lpstr>DATA SCHEMA &amp; VALIDATION</vt:lpstr>
      <vt:lpstr>ERROR HANDLING &amp; RECOVERY</vt:lpstr>
      <vt:lpstr>DATASET &amp; TEST SAMPLES</vt:lpstr>
      <vt:lpstr>EXTRACTION ACCURACY &amp; EVALUATION</vt:lpstr>
      <vt:lpstr>EXTRACTION ACCURACY &amp; EVALUATION</vt:lpstr>
      <vt:lpstr>CONCLUSION &amp;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laraib fatima</dc:creator>
  <cp:lastModifiedBy>laraib fatima</cp:lastModifiedBy>
  <cp:revision>25</cp:revision>
  <dcterms:created xsi:type="dcterms:W3CDTF">2026-10-17T11:25:07Z</dcterms:created>
  <dcterms:modified xsi:type="dcterms:W3CDTF">2026-10-17T15:44:10Z</dcterms:modified>
</cp:coreProperties>
</file>